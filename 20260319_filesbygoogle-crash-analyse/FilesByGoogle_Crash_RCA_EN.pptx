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145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by Google Crash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by Google killed by OOM Killer during large USB file copy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46634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Device: Thorpe DVT3 (T70)  |  RAM: 7.1GB + 4GB ZRAM
</a:t>
            </a:r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Build: AQ3A.250408.001  |  BugReport: 2026-02-09 / 2026-02-11
</a:t>
            </a:r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Date: 2026-03-19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152515"/>
          </a:solidFill>
          <a:ln w="25400">
            <a:solidFill>
              <a:srgbClr val="44DD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DD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expected behavior under extreme memory pressure. No fix recommended.
</a:t>
            </a:r>
            <a:pPr indent="0" marL="0">
              <a:buNone/>
            </a:pPr>
            <a:r>
              <a:rPr lang="en-US" sz="14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by Google did not crash. The system ran out of memory, and the Kernel OOM Killer terminated the foreground app as a last resort after killing all lower-priority processes.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happened?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25400">
            <a:solidFill>
              <a:srgbClr val="FFA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FFAA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Memory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Copying 24.7GB files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consumes massive memory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reason=3 (LOW_MEMORY)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3840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389120" y="31089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25400">
            <a:solidFill>
              <a:srgbClr val="FFD6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3200400"/>
            <a:ext cx="411480" cy="411480"/>
          </a:xfrm>
          <a:prstGeom prst="ellipse">
            <a:avLst/>
          </a:prstGeom>
          <a:solidFill>
            <a:srgbClr val="FFD644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Kernel starts killing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749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Kills by priority (low→high)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Background→Services→Launcher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64~71 killed in 1 second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3840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321040" y="31089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25400">
            <a:solidFill>
              <a:srgbClr val="FF5F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3200400"/>
            <a:ext cx="411480" cy="411480"/>
          </a:xfrm>
          <a:prstGeom prst="ellipse">
            <a:avLst/>
          </a:prstGeom>
          <a:solidFill>
            <a:srgbClr val="FF5F6D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1540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by Google killed last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3749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Foreground app = last resort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fg TOP (adj=0)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design of OOM Killer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6692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715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is this expected? </a:t>
            </a:r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OOM Killer follows oom_score_adj priority strictly. Files by Google (adj=0) is a foreground app, so it was killed last.</a:t>
            </a:r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Both bugreports show nearly identical kill sequences, proving this is reproducible system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Evidence: BugReport #1 (2026-02-09) Kill Sequence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bugreport-T70-...-02-09-15-45-18.txt  |  Lines 14972~15034  |  All within 15:44:47 (same second)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5029200"/>
          </a:xfrm>
          <a:prstGeom prst="roundRect">
            <a:avLst>
              <a:gd name="adj" fmla="val 1818"/>
            </a:avLst>
          </a:prstGeom>
          <a:solidFill>
            <a:srgbClr val="13151D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Killed Process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0" y="1234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9360" y="1234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508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14561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lmkd.reinit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LMKD reinitialized — memory pressure out of control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18562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14972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0" y="1856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18562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com.google.android.gms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3520" y="1856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BTOP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09360" y="18562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Play Services — visible bg service, killed first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22037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14977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71600" y="22037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0" y="2203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com.google.android.as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03520" y="2203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BFGS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220370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 — bound foreground service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5511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14987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25511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0" y="2551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android.ext.services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25511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BFGS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09360" y="25511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assistant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2898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14997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71600" y="2898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0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googlequicksearchbox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03520" y="2898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BFGS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09360" y="2898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voice interaction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3246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7160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com.android.launcher3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BFGS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9360" y="32461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Launcher — even Launcher killed = critical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3593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15016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371600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0" y="3593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com.android.smspush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03520" y="3593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IMPF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3593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push — important fg service also killed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" y="3913632"/>
            <a:ext cx="10972800" cy="329184"/>
          </a:xfrm>
          <a:prstGeom prst="roundRect">
            <a:avLst>
              <a:gd name="adj" fmla="val 8333"/>
            </a:avLst>
          </a:prstGeom>
          <a:solidFill>
            <a:srgbClr val="351515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39410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15032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371600" y="3941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743200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apps.nbu.files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03520" y="3941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TOP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09360" y="39410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by Google — killed LAST (adj=0)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4360" y="4261104"/>
            <a:ext cx="10972800" cy="329184"/>
          </a:xfrm>
          <a:prstGeom prst="roundRect">
            <a:avLst>
              <a:gd name="adj" fmla="val 8333"/>
            </a:avLst>
          </a:prstGeom>
          <a:solidFill>
            <a:srgbClr val="351515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42885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15034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371600" y="42885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died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43200" y="4288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apps.nbu.files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303520" y="42885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TOP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09360" y="42885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ActivityManager confirms foreground app death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1520" y="46360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15035-37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371600" y="4636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DEATH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43200" y="4636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apps.nbu.files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03520" y="4636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09360" y="4636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windows cleaned up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1520" y="4983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15038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37160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 remove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743200" y="4983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HomeActivity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03520" y="4983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STOPPED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309360" y="4983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 removed home Activity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31520" y="5330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15040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371600" y="5330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 remove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743200" y="5330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AdvancedBrowsingActivity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303520" y="5330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09360" y="53309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 removed active copy screen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94360" y="5650992"/>
            <a:ext cx="10972800" cy="329184"/>
          </a:xfrm>
          <a:prstGeom prst="roundRect">
            <a:avLst>
              <a:gd name="adj" fmla="val 8333"/>
            </a:avLst>
          </a:prstGeom>
          <a:solidFill>
            <a:srgbClr val="351515"/>
          </a:solidFill>
          <a:ln/>
        </p:spPr>
      </p:sp>
      <p:sp>
        <p:nvSpPr>
          <p:cNvPr id="73" name="Text 71"/>
          <p:cNvSpPr/>
          <p:nvPr/>
        </p:nvSpPr>
        <p:spPr>
          <a:xfrm>
            <a:off x="731520" y="56784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153406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371600" y="56784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reason=3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743200" y="5678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apps.nbu.files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303520" y="56784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imp=100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309360" y="56784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Cause: LOW_MEMORY (foreground app)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Evidence: BugReport #2 (2026-02-11) Kill Sequence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bugreport-T70-...-02-11-13-01-30.txt  |  Lines 16293~16385  |  All within 13:01:01 (same second)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5029200"/>
          </a:xfrm>
          <a:prstGeom prst="roundRect">
            <a:avLst>
              <a:gd name="adj" fmla="val 1818"/>
            </a:avLst>
          </a:prstGeom>
          <a:solidFill>
            <a:srgbClr val="13151D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Killed Process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0" y="1234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9360" y="1234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508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15714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lmkd.reinit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LMKD reinitialized — same as BR#1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18562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16293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0" y="1856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18562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com.google.android.gms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3520" y="1856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BTOP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09360" y="18562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Play Services — same as BR#1, killed first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22037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16299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71600" y="22037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0" y="2203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com.google.android.as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03520" y="2203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BFGS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220370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 — same order as BR#1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5511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16312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25511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0" y="2551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android.ext.services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25511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BFGS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09360" y="25511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assistant — same order as BR#1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28986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16322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71600" y="2898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0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com.android.launcher3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03520" y="2898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BFGS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09360" y="2898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Launcher — even Launcher killed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3246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16335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7160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googlequicksearchbox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BFGS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9360" y="32461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voice interaction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3593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16369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371600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died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0" y="3593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com.android.smspush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03520" y="3593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 IMPF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3593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push — important fg service also killed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" y="3913632"/>
            <a:ext cx="10972800" cy="329184"/>
          </a:xfrm>
          <a:prstGeom prst="roundRect">
            <a:avLst>
              <a:gd name="adj" fmla="val 8333"/>
            </a:avLst>
          </a:prstGeom>
          <a:solidFill>
            <a:srgbClr val="351515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39410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16372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371600" y="3941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oom_reaper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743200" y="3941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apps.nbu.files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03520" y="3941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TOP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09360" y="39410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by Google — killed LAST, identical to BR#1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4360" y="4261104"/>
            <a:ext cx="10972800" cy="329184"/>
          </a:xfrm>
          <a:prstGeom prst="roundRect">
            <a:avLst>
              <a:gd name="adj" fmla="val 8333"/>
            </a:avLst>
          </a:prstGeom>
          <a:solidFill>
            <a:srgbClr val="351515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42885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16385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371600" y="42885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died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43200" y="4288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apps.nbu.files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303520" y="42885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TOP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09360" y="42885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ActivityManager confirms foreground app death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1520" y="46360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16386-87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371600" y="4636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DEATH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43200" y="4636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apps.nbu.files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03520" y="4636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09360" y="4636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windows cleaned up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1520" y="4983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16389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37160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 remove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743200" y="4983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AdvancedBrowsingActivity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03520" y="4983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309360" y="4983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 removed active copy screen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4360" y="5303520"/>
            <a:ext cx="10972800" cy="329184"/>
          </a:xfrm>
          <a:prstGeom prst="roundRect">
            <a:avLst>
              <a:gd name="adj" fmla="val 8333"/>
            </a:avLst>
          </a:prstGeom>
          <a:solidFill>
            <a:srgbClr val="351515"/>
          </a:solidFill>
          <a:ln/>
        </p:spPr>
      </p:sp>
      <p:sp>
        <p:nvSpPr>
          <p:cNvPr id="68" name="Text 66"/>
          <p:cNvSpPr/>
          <p:nvPr/>
        </p:nvSpPr>
        <p:spPr>
          <a:xfrm>
            <a:off x="731520" y="5330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154444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371600" y="5330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reason=3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743200" y="5330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apps.nbu.files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303520" y="5330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imp=100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309360" y="53309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Cause: LOW_MEMORY (foreground app)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OOM Priority Verification: adj=0 Matches Expected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3151D"/>
          </a:solidFill>
          <a:ln w="12700">
            <a:solidFill>
              <a:srgbClr val="8B8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8F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 Background (not opened)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-A | grep nbu
</a:t>
            </a:r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u0_a58  5497  914  14906116  32252  S com.google.android.apps.nbu.files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/proc/5497/oom_adj
</a:t>
            </a:r>
            <a:pPr indent="0" marL="0">
              <a:buNone/>
            </a:pPr>
            <a:r>
              <a:rPr lang="en-US" sz="1400" b="1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/proc/5497/oom_score
</a:t>
            </a:r>
            <a:pPr indent="0" marL="0">
              <a:buNone/>
            </a:pPr>
            <a:r>
              <a:rPr lang="en-US" sz="1400" b="1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1275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/proc/5497/oom_score_adj
</a:t>
            </a:r>
            <a:pPr indent="0" marL="0">
              <a:buNone/>
            </a:pPr>
            <a:r>
              <a:rPr lang="en-US" sz="1400" b="1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26480" y="914400"/>
            <a:ext cx="5605272" cy="3200400"/>
          </a:xfrm>
          <a:prstGeom prst="roundRect">
            <a:avLst>
              <a:gd name="adj" fmla="val 2857"/>
            </a:avLst>
          </a:prstGeom>
          <a:solidFill>
            <a:srgbClr val="13151D"/>
          </a:solidFill>
          <a:ln w="25400">
            <a:solidFill>
              <a:srgbClr val="44DD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DD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 Foreground (user opened)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-A | grep nbu
</a:t>
            </a:r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u0_a58  5497  914  15914472  401132  S com.google.android.apps.nbu.files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/proc/5497/oom_adj
</a:t>
            </a:r>
            <a:pPr indent="0" marL="0">
              <a:buNone/>
            </a:pPr>
            <a:r>
              <a:rPr lang="en-US" sz="1400" b="1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/proc/5497/oom_score
</a:t>
            </a:r>
            <a:pPr indent="0" marL="0">
              <a:buNone/>
            </a:pPr>
            <a:r>
              <a:rPr lang="en-US" sz="1400" b="1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691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/proc/5497/oom_score_adj
</a:t>
            </a:r>
            <a:pPr indent="0" marL="0">
              <a:buNone/>
            </a:pPr>
            <a:r>
              <a:rPr lang="en-US" sz="1400" b="1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11274552" cy="22860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oom_score_adj Priority Reference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80060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097280"/>
                <a:gridCol w="914400"/>
                <a:gridCol w="256032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oom_score_adj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oom_score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Kill Priority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Background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AA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1275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 MB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5F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Killed first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CACHED_APP level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Foreground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4DD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 MB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4DD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Killed last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FOREGROUND_APP level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crash time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5F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(fg TOP)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5F6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Still killed = truly out of memory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By design of OOM Killer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Log Evidence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13151D"/>
          </a:solidFill>
          <a:ln w="25400">
            <a:solidFill>
              <a:srgbClr val="FF5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1  Kill Reason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BR#1 Line 153406 / BR#2 Line 154444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process=com.google.android.apps.nbu.files reason=3 (LOW_MEMORY) importance=100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reason=3 = system out of memory (not an app crash)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importance=100 = foreground app, user was actively using 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13151D"/>
          </a:solidFill>
          <a:ln w="25400">
            <a:solidFill>
              <a:srgbClr val="FFA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2  Kernel Memory Reclaim at Full Capacity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BR#1 Line 5654 / BR#2 Line 5729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14% kswapd0:1: 0% user + 14% kernel  |  13% kswapd-1:0: 0% user + 13% kernel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kswapd = kernel memory reclaim daemon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27% CPU combined = reclaiming at full speed but still not enough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13151D"/>
          </a:solidFill>
          <a:ln w="25400">
            <a:solidFill>
              <a:srgbClr val="B4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3  Massive Process Reaping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"oom_reaper"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BR#1: 242 oom_reaper events, 71 killed/sec  |  BR#2: 254 oom_reaper events, 64 killed/sec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 count should be ~0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240+ = system memory near collapse</a:t>
            </a:r>
            <a:pPr indent="0" marL="0">
              <a:buNone/>
            </a:pPr>
            <a:r>
              <a:rPr lang="en-US" sz="1200" dirty="0">
                <a:solidFill>
                  <a:srgbClr val="44DD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Consistent across both reports = reproducible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152515"/>
          </a:solidFill>
          <a:ln w="25400">
            <a:solidFill>
              <a:srgbClr val="44DD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492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DD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Conclusion: No fix recommended
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by Google had oom_score_adj=0 (highest foreground priority) when killed. Kernel had already killed all lower-priority processes.
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by design of Linux OOM Killer — under extreme memory pressure, even the foreground app will be terminated. This is expected behavior.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 by Google Crash RCA</dc:title>
  <dc:subject>PptxGenJS Presentation</dc:subject>
  <dc:creator>RCA Analysis</dc:creator>
  <cp:lastModifiedBy>RCA Analysis</cp:lastModifiedBy>
  <cp:revision>1</cp:revision>
  <dcterms:created xsi:type="dcterms:W3CDTF">2026-03-20T03:04:42Z</dcterms:created>
  <dcterms:modified xsi:type="dcterms:W3CDTF">2026-03-20T03:04:42Z</dcterms:modified>
</cp:coreProperties>
</file>