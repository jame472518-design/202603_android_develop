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14500"/>
            <a:ext cx="1219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Files by Google Crash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0" y="2606040"/>
            <a:ext cx="1219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C8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 Analysis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0" y="3429000"/>
            <a:ext cx="1219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Files by Google killed by OOM Killer during large USB file copy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4663440"/>
            <a:ext cx="7589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Device: Thorpe DVT3 (T70)  |  RAM: 7.1GB + 4GB ZRAM
</a:t>
            </a:r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Build: AQ3A.250408.001  |  BugReport: 2026-02-09 / 2026-02-11
</a:t>
            </a:r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Analysis Date: 2026-03-19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1274552" cy="1371600"/>
          </a:xfrm>
          <a:prstGeom prst="roundRect">
            <a:avLst>
              <a:gd name="adj" fmla="val 6667"/>
            </a:avLst>
          </a:prstGeom>
          <a:solidFill>
            <a:srgbClr val="152515"/>
          </a:solidFill>
          <a:ln w="25400">
            <a:solidFill>
              <a:srgbClr val="44DD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96012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DD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is expected behavior under extreme memory pressure. No fix recommended.
</a:t>
            </a:r>
            <a:pPr indent="0" marL="0">
              <a:buNone/>
            </a:pPr>
            <a:r>
              <a:rPr lang="en-US" sz="14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Files by Google did not crash. The system ran out of memory, and the Kernel OOM Killer terminated the foreground app as a last resort after killing all lower-priority processes.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8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happened?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108960"/>
            <a:ext cx="3566160" cy="2286000"/>
          </a:xfrm>
          <a:prstGeom prst="roundRect">
            <a:avLst>
              <a:gd name="adj" fmla="val 4000"/>
            </a:avLst>
          </a:prstGeom>
          <a:solidFill>
            <a:srgbClr val="1A1D27"/>
          </a:solidFill>
          <a:ln w="25400">
            <a:solidFill>
              <a:srgbClr val="FFAA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3200400"/>
            <a:ext cx="411480" cy="411480"/>
          </a:xfrm>
          <a:prstGeom prst="ellipse">
            <a:avLst/>
          </a:prstGeom>
          <a:solidFill>
            <a:srgbClr val="FFAA44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2004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" y="320040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AA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 of Memory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74904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Copying 24.7GB files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consumes massive memory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reason=3 (LOW_MEMORY)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23360" y="384048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389120" y="3108960"/>
            <a:ext cx="3566160" cy="2286000"/>
          </a:xfrm>
          <a:prstGeom prst="roundRect">
            <a:avLst>
              <a:gd name="adj" fmla="val 4000"/>
            </a:avLst>
          </a:prstGeom>
          <a:solidFill>
            <a:srgbClr val="1A1D27"/>
          </a:solidFill>
          <a:ln w="25400">
            <a:solidFill>
              <a:srgbClr val="FFD6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0560" y="3200400"/>
            <a:ext cx="411480" cy="411480"/>
          </a:xfrm>
          <a:prstGeom prst="ellipse">
            <a:avLst/>
          </a:prstGeom>
          <a:solidFill>
            <a:srgbClr val="FFD644"/>
          </a:solidFill>
          <a:ln/>
        </p:spPr>
      </p:sp>
      <p:sp>
        <p:nvSpPr>
          <p:cNvPr id="14" name="Text 12"/>
          <p:cNvSpPr/>
          <p:nvPr/>
        </p:nvSpPr>
        <p:spPr>
          <a:xfrm>
            <a:off x="4480560" y="32004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983480" y="320040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D6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Kernel starts killing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2000" y="374904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Kills by priority (low→high)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Background→Services→Launcher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64~71 killed in 1 second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955280" y="384048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8321040" y="3108960"/>
            <a:ext cx="3566160" cy="2286000"/>
          </a:xfrm>
          <a:prstGeom prst="roundRect">
            <a:avLst>
              <a:gd name="adj" fmla="val 4000"/>
            </a:avLst>
          </a:prstGeom>
          <a:solidFill>
            <a:srgbClr val="1A1D27"/>
          </a:solidFill>
          <a:ln w="25400">
            <a:solidFill>
              <a:srgbClr val="FF5F6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12480" y="3200400"/>
            <a:ext cx="411480" cy="411480"/>
          </a:xfrm>
          <a:prstGeom prst="ellipse">
            <a:avLst/>
          </a:prstGeom>
          <a:solidFill>
            <a:srgbClr val="FF5F6D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0" y="32004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915400" y="320040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5F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Files by Google killed last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503920" y="374904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Foreground app = last resort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fg TOP (adj=0)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 design of OOM Killer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669280"/>
            <a:ext cx="11274552" cy="914400"/>
          </a:xfrm>
          <a:prstGeom prst="roundRect">
            <a:avLst>
              <a:gd name="adj" fmla="val 8000"/>
            </a:avLst>
          </a:prstGeom>
          <a:solidFill>
            <a:srgbClr val="1A1D27"/>
          </a:solidFill>
          <a:ln w="12700">
            <a:solidFill>
              <a:srgbClr val="6C8C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57150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8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is this expected? </a:t>
            </a:r>
            <a:pPr indent="0" marL="0">
              <a:buNone/>
            </a:pPr>
            <a:r>
              <a:rPr lang="en-US" sz="13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OOM Killer follows oom_score_adj priority strictly. Files by Google (adj=0) is a foreground app, so it was killed last.</a:t>
            </a:r>
            <a:pPr indent="0" marL="0">
              <a:buNone/>
            </a:pPr>
            <a:r>
              <a:rPr lang="en-US" sz="13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Both bugreports show nearly identical kill sequences, proving this is reproducible system behavior.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Evidence: BugReport #1 (2026-02-09) Kill Sequence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bugreport-T70-...-02-09-15-45-18.txt  |  Lines 14972~15034  |  All within 15:44:47 (same second)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74552" cy="5029200"/>
          </a:xfrm>
          <a:prstGeom prst="roundRect">
            <a:avLst>
              <a:gd name="adj" fmla="val 1818"/>
            </a:avLst>
          </a:prstGeom>
          <a:solidFill>
            <a:srgbClr val="13151D"/>
          </a:solidFill>
          <a:ln w="12700">
            <a:solidFill>
              <a:srgbClr val="2A2D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34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8F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103120" y="12344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8F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743200" y="1234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8F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Killed Process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0" y="12344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8F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0" y="1234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8F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Significance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16459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15:44:47.503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03120" y="16459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14972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com.google.android.gms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0" y="16459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BTOP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0" y="164592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Play Services — visible bg service, killed first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221284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15:44:47.549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03120" y="2212848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14977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743200" y="22128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com.google.android.as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0" y="221284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BFGS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221284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service — bound foreground service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" y="2779776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15:44:47.629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03120" y="2779776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14987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743200" y="277977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android.ext.services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0" y="2779776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BFGS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0" y="2779776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Notification assistant — background service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31520" y="334670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15:44:47.685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103120" y="3346704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14997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743200" y="334670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googlequicksearchbox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0" y="3346704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BFGS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0" y="3346704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voice interaction — background service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31520" y="3913632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15:44:47.714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103120" y="3913632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15001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743200" y="39136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AA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com.android.launcher3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0" y="3913632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BFGS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00800" y="391363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 Launcher — even Launcher killed = critical pressure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1520" y="44805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15:44:47.809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103120" y="448056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15016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743200" y="4480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AA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com.android.smspush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486400" y="44805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IMPF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0" y="44805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SMS push — important fg service also killed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94360" y="5001768"/>
            <a:ext cx="10972800" cy="502920"/>
          </a:xfrm>
          <a:prstGeom prst="roundRect">
            <a:avLst>
              <a:gd name="adj" fmla="val 9091"/>
            </a:avLst>
          </a:prstGeom>
          <a:solidFill>
            <a:srgbClr val="351515"/>
          </a:solidFill>
          <a:ln/>
        </p:spPr>
      </p:sp>
      <p:sp>
        <p:nvSpPr>
          <p:cNvPr id="41" name="Text 39"/>
          <p:cNvSpPr/>
          <p:nvPr/>
        </p:nvSpPr>
        <p:spPr>
          <a:xfrm>
            <a:off x="731520" y="504748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15:44:47.863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2103120" y="5047488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15032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743200" y="50474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F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com.google.android.apps.nbu.files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486400" y="504748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fg TOP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00800" y="504748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F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Files by Google — killed LAST because adj=0 (highest priority)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31520" y="57607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 15034: </a:t>
            </a:r>
            <a:pPr indent="0" marL="0">
              <a:buNone/>
            </a:pPr>
            <a:r>
              <a:rPr lang="en-US" sz="1000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ActivityManager: Process com.google.android.apps.nbu.files (pid 4796) has died: fg  TOP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Evidence: BugReport #2 (2026-02-11) Kill Sequence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bugreport-T70-...-02-11-13-01-30.txt  |  Lines 16293~16385  |  All within 13:01:01 (same second)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74552" cy="5029200"/>
          </a:xfrm>
          <a:prstGeom prst="roundRect">
            <a:avLst>
              <a:gd name="adj" fmla="val 1818"/>
            </a:avLst>
          </a:prstGeom>
          <a:solidFill>
            <a:srgbClr val="13151D"/>
          </a:solidFill>
          <a:ln w="12700">
            <a:solidFill>
              <a:srgbClr val="2A2D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34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8F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103120" y="12344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8F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743200" y="1234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8F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Killed Process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0" y="12344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8F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0" y="1234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8F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Significance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16459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13:01:01.308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03120" y="16459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16293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com.google.android.gms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0" y="16459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BTOP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0" y="164592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Play Services — same as BR#1, killed first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221284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13:01:01.356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03120" y="2212848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16299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743200" y="22128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com.google.android.as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0" y="221284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BFGS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221284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service — same order as BR#1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" y="2779776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13:01:01.394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03120" y="2779776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16312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743200" y="277977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android.ext.services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0" y="2779776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BFGS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0" y="2779776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Notification assistant — same order as BR#1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31520" y="334670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13:01:01.481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103120" y="3346704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16322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743200" y="334670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AA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com.android.launcher3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0" y="3346704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BFGS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0" y="3346704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 Launcher — even Launcher killed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31520" y="3913632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13:01:01.544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103120" y="3913632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16335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743200" y="39136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googlequicksearchbox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0" y="3913632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BFGS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00800" y="391363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voice interaction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1520" y="44805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13:01:01.601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103120" y="448056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16369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743200" y="4480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AA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com.android.smspush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486400" y="44805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IMPF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0" y="44805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SMS push — important fg service also killed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94360" y="5001768"/>
            <a:ext cx="10972800" cy="502920"/>
          </a:xfrm>
          <a:prstGeom prst="roundRect">
            <a:avLst>
              <a:gd name="adj" fmla="val 9091"/>
            </a:avLst>
          </a:prstGeom>
          <a:solidFill>
            <a:srgbClr val="351515"/>
          </a:solidFill>
          <a:ln/>
        </p:spPr>
      </p:sp>
      <p:sp>
        <p:nvSpPr>
          <p:cNvPr id="41" name="Text 39"/>
          <p:cNvSpPr/>
          <p:nvPr/>
        </p:nvSpPr>
        <p:spPr>
          <a:xfrm>
            <a:off x="731520" y="504748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13:01:01.653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2103120" y="5047488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16372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743200" y="50474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F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com.google.android.apps.nbu.files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486400" y="504748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fg TOP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00800" y="504748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F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Files by Google — killed LAST, identical to BR#1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31520" y="57607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 16385: </a:t>
            </a:r>
            <a:pPr indent="0" marL="0">
              <a:buNone/>
            </a:pPr>
            <a:r>
              <a:rPr lang="en-US" sz="1000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ActivityManager: Process com.google.android.apps.nbu.files (pid 5170) has died: fg  TOP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OOM Priority Verification: adj=0 Matches Expected Design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5394960" cy="3200400"/>
          </a:xfrm>
          <a:prstGeom prst="roundRect">
            <a:avLst>
              <a:gd name="adj" fmla="val 2857"/>
            </a:avLst>
          </a:prstGeom>
          <a:solidFill>
            <a:srgbClr val="13151D"/>
          </a:solidFill>
          <a:ln w="12700">
            <a:solidFill>
              <a:srgbClr val="8B8FA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960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8F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in Background (not opened)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49377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ps -A | grep nbu
</a:t>
            </a:r>
            <a:pPr indent="0" marL="0">
              <a:buNone/>
            </a:pPr>
            <a:r>
              <a:rPr lang="en-US" sz="1000" dirty="0">
                <a:solidFill>
                  <a:srgbClr val="E0E0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u0_a58  5497  914  14906116  32252  S com.google.android.apps.nbu.files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/proc/5497/oom_adj
</a:t>
            </a:r>
            <a:pPr indent="0" marL="0">
              <a:buNone/>
            </a:pPr>
            <a:r>
              <a:rPr lang="en-US" sz="1400" b="1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/proc/5497/oom_score
</a:t>
            </a:r>
            <a:pPr indent="0" marL="0">
              <a:buNone/>
            </a:pPr>
            <a:r>
              <a:rPr lang="en-US" sz="1400" b="1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1275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/proc/5497/oom_score_adj
</a:t>
            </a:r>
            <a:pPr indent="0" marL="0">
              <a:buNone/>
            </a:pPr>
            <a:r>
              <a:rPr lang="en-US" sz="1400" b="1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126480" y="914400"/>
            <a:ext cx="5605272" cy="3200400"/>
          </a:xfrm>
          <a:prstGeom prst="roundRect">
            <a:avLst>
              <a:gd name="adj" fmla="val 2857"/>
            </a:avLst>
          </a:prstGeom>
          <a:solidFill>
            <a:srgbClr val="13151D"/>
          </a:solidFill>
          <a:ln w="25400">
            <a:solidFill>
              <a:srgbClr val="44DD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960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DD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in Foreground (user opened)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0" y="1371600"/>
            <a:ext cx="51206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ps -A | grep nbu
</a:t>
            </a:r>
            <a:pPr indent="0" marL="0">
              <a:buNone/>
            </a:pPr>
            <a:r>
              <a:rPr lang="en-US" sz="1000" dirty="0">
                <a:solidFill>
                  <a:srgbClr val="E0E0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u0_a58  5497  914  15914472  401132  S com.google.android.apps.nbu.files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/proc/5497/oom_adj
</a:t>
            </a:r>
            <a:pPr indent="0" marL="0">
              <a:buNone/>
            </a:pPr>
            <a:r>
              <a:rPr lang="en-US" sz="1400" b="1" dirty="0">
                <a:solidFill>
                  <a:srgbClr val="44DD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/proc/5497/oom_score
</a:t>
            </a:r>
            <a:pPr indent="0" marL="0">
              <a:buNone/>
            </a:pPr>
            <a:r>
              <a:rPr lang="en-US" sz="1400" b="1" dirty="0">
                <a:solidFill>
                  <a:srgbClr val="44DD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691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/proc/5497/oom_score_adj
</a:t>
            </a:r>
            <a:pPr indent="0" marL="0">
              <a:buNone/>
            </a:pPr>
            <a:r>
              <a:rPr lang="en-US" sz="1400" b="1" dirty="0">
                <a:solidFill>
                  <a:srgbClr val="44DD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4297680"/>
            <a:ext cx="11274552" cy="2286000"/>
          </a:xfrm>
          <a:prstGeom prst="roundRect">
            <a:avLst>
              <a:gd name="adj" fmla="val 4000"/>
            </a:avLst>
          </a:prstGeom>
          <a:solidFill>
            <a:srgbClr val="1A1D27"/>
          </a:solidFill>
          <a:ln w="12700">
            <a:solidFill>
              <a:srgbClr val="2A2D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389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8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oom_score_adj Priority Reference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4800600"/>
          <a:ext cx="10515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371600"/>
                <a:gridCol w="1097280"/>
                <a:gridCol w="914400"/>
                <a:gridCol w="2560320"/>
                <a:gridCol w="2926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oom_score_adj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oom_score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RSS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Kill Priority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Meaning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2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0E0E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Background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AA4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905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0E0E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1275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0E0E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32 MB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5F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Killed first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0E0E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CACHED_APP level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E0E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Foreground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4DD8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0E0E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691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0E0E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401 MB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4DD8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Killed last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0E0E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FOREGROUND_APP level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E0E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crash time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5F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(fg TOP)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0E0E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0E0E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5F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Still killed = truly out of memory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0E0E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By design of OOM Killer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Log Evidence Summary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1274552" cy="1280160"/>
          </a:xfrm>
          <a:prstGeom prst="roundRect">
            <a:avLst>
              <a:gd name="adj" fmla="val 7143"/>
            </a:avLst>
          </a:prstGeom>
          <a:solidFill>
            <a:srgbClr val="13151D"/>
          </a:solidFill>
          <a:ln w="25400">
            <a:solidFill>
              <a:srgbClr val="FF5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9601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F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1  Kill Reason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0" y="9601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BR#1 Line 153406 / BR#2 Line 154444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process=com.google.android.apps.nbu.files reason=3 (LOW_MEMORY) importance=100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645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reason=3 = system out of memory (not an app crash)</a:t>
            </a:r>
            <a:pPr indent="0" marL="0">
              <a:buNone/>
            </a:pPr>
            <a:r>
              <a:rPr lang="en-US" sz="12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|  importance=100 = foreground app, user was actively using 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11274552" cy="1280160"/>
          </a:xfrm>
          <a:prstGeom prst="roundRect">
            <a:avLst>
              <a:gd name="adj" fmla="val 7143"/>
            </a:avLst>
          </a:prstGeom>
          <a:solidFill>
            <a:srgbClr val="13151D"/>
          </a:solidFill>
          <a:ln w="25400">
            <a:solidFill>
              <a:srgbClr val="FFAA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23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A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2  Kernel Memory Reclaim at Full Capacity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0" y="2423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BR#1 Line 5654 / BR#2 Line 5729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7432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14% kswapd0:1: 0% user + 14% kernel  |  13% kswapd-1:0: 0% user + 13% kernel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1089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kswapd = kernel memory reclaim daemon</a:t>
            </a:r>
            <a:pPr indent="0" marL="0">
              <a:buNone/>
            </a:pPr>
            <a:r>
              <a:rPr lang="en-US" sz="12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|  27% CPU combined = reclaiming at full speed but still not enough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11274552" cy="1280160"/>
          </a:xfrm>
          <a:prstGeom prst="roundRect">
            <a:avLst>
              <a:gd name="adj" fmla="val 7143"/>
            </a:avLst>
          </a:prstGeom>
          <a:solidFill>
            <a:srgbClr val="13151D"/>
          </a:solidFill>
          <a:ln w="25400">
            <a:solidFill>
              <a:srgbClr val="B48C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8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3  Massive Process Reaping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0" y="38862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grep "oom_reaper"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42062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BR#1: 242 oom_reaper events, 71 killed/sec  |  BR#2: 254 oom_reaper events, 64 killed/sec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45720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 count should be ~0</a:t>
            </a:r>
            <a:pPr indent="0" marL="0">
              <a:buNone/>
            </a:pPr>
            <a:r>
              <a:rPr lang="en-US" sz="12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|  240+ = system memory near collapse</a:t>
            </a:r>
            <a:pPr indent="0" marL="0">
              <a:buNone/>
            </a:pPr>
            <a:r>
              <a:rPr lang="en-US" sz="1200" dirty="0">
                <a:solidFill>
                  <a:srgbClr val="44DD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|  Consistent across both reports = reproducible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5303520"/>
            <a:ext cx="11274552" cy="1280160"/>
          </a:xfrm>
          <a:prstGeom prst="roundRect">
            <a:avLst>
              <a:gd name="adj" fmla="val 7143"/>
            </a:avLst>
          </a:prstGeom>
          <a:solidFill>
            <a:srgbClr val="152515"/>
          </a:solidFill>
          <a:ln w="25400">
            <a:solidFill>
              <a:srgbClr val="44DD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349240"/>
            <a:ext cx="10789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DD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Conclusion: No fix recommended
</a:t>
            </a:r>
            <a:pPr indent="0" marL="0">
              <a:buNone/>
            </a:pPr>
            <a:r>
              <a:rPr lang="en-US" sz="12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Files by Google had oom_score_adj=0 (highest foreground priority) when killed. Kernel had already killed all lower-priority processes.
</a:t>
            </a:r>
            <a:pPr indent="0" marL="0">
              <a:buNone/>
            </a:pPr>
            <a:r>
              <a:rPr lang="en-US" sz="1200" dirty="0">
                <a:solidFill>
                  <a:srgbClr val="E0E0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is by design of Linux OOM Killer — under extreme memory pressure, even the foreground app will be terminated. This is expected behavior.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Files by Google Crash RCA</dc:title>
  <dc:subject>PptxGenJS Presentation</dc:subject>
  <dc:creator>RCA Analysis</dc:creator>
  <cp:lastModifiedBy>RCA Analysis</cp:lastModifiedBy>
  <cp:revision>1</cp:revision>
  <dcterms:created xsi:type="dcterms:W3CDTF">2026-03-20T02:38:01Z</dcterms:created>
  <dcterms:modified xsi:type="dcterms:W3CDTF">2026-03-20T02:38:01Z</dcterms:modified>
</cp:coreProperties>
</file>