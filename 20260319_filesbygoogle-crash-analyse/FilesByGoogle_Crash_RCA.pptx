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14500"/>
            <a:ext cx="1219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Files by Google Crash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2606040"/>
            <a:ext cx="1219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C8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Root Cause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0" y="342900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USB 大量檔案複製時 Files by Google 被 OOM Killer 強制終止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466344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裝置: Thorpe DVT3 (T70)  |  RAM: 7.1GB + 4GB ZRAM
</a:t>
            </a:r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Build: AQ3A.250408.001  |  BugReport: 2026-02-09 / 2026-02-11
</a:t>
            </a:r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分析日期: 2026-03-19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74552" cy="1371600"/>
          </a:xfrm>
          <a:prstGeom prst="roundRect">
            <a:avLst>
              <a:gd name="adj" fmla="val 6667"/>
            </a:avLst>
          </a:prstGeom>
          <a:solidFill>
            <a:srgbClr val="152515"/>
          </a:solidFill>
          <a:ln w="25400">
            <a:solidFill>
              <a:srgbClr val="44DD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6012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DD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 Android 系統在記憶體不足時的預期行為 (Expected Behavior)，建議不調整
</a:t>
            </a:r>
            <a:pPr indent="0" marL="0">
              <a:buNone/>
            </a:pPr>
            <a:r>
              <a:rPr lang="en-US" sz="14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Files by Google 不是 App Crash。是系統記憶體不足，Kernel OOM Killer 殺完所有低優先級進程後，不得已才殺掉前景 App。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8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發生了什麼事？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108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25400">
            <a:solidFill>
              <a:srgbClr val="FFAA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200400"/>
            <a:ext cx="411480" cy="411480"/>
          </a:xfrm>
          <a:prstGeom prst="ellipse">
            <a:avLst/>
          </a:prstGeom>
          <a:solidFill>
            <a:srgbClr val="FFAA4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3200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記憶體不足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 24.7GB 檔案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消耗大量記憶體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reason=3 (LOW_MEMORY)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38404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389120" y="3108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25400">
            <a:solidFill>
              <a:srgbClr val="FFD64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3200400"/>
            <a:ext cx="411480" cy="411480"/>
          </a:xfrm>
          <a:prstGeom prst="ellipse">
            <a:avLst/>
          </a:prstGeom>
          <a:solidFill>
            <a:srgbClr val="FFD644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983480" y="3200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Kernel 開始殺進程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72000" y="37490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按優先級從低到高殺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背景→服務→Launcher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同一秒殺了 64~71 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55280" y="38404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8321040" y="3108960"/>
            <a:ext cx="3566160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25400">
            <a:solidFill>
              <a:srgbClr val="FF5F6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12480" y="3200400"/>
            <a:ext cx="411480" cy="411480"/>
          </a:xfrm>
          <a:prstGeom prst="ellipse">
            <a:avLst/>
          </a:prstGeom>
          <a:solidFill>
            <a:srgbClr val="FF5F6D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915400" y="32004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最後才殺 Files by Google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503920" y="37490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前景 App 是最後手段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fg TOP (adj=0)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符合 OOM Killer 設計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669280"/>
            <a:ext cx="11274552" cy="914400"/>
          </a:xfrm>
          <a:prstGeom prst="roundRect">
            <a:avLst>
              <a:gd name="adj" fmla="val 8000"/>
            </a:avLst>
          </a:prstGeom>
          <a:solidFill>
            <a:srgbClr val="1A1D27"/>
          </a:solidFill>
          <a:ln w="12700">
            <a:solidFill>
              <a:srgbClr val="6C8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7150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為什麼是預期行為？ </a:t>
            </a:r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OOM Killer 完全按照 oom_score_adj 優先級順序殺進程。Files by Google (adj=0) 是前景 App，所以留到最後。</a:t>
            </a:r>
            <a:pPr indent="0" marL="0">
              <a:buNone/>
            </a:pPr>
            <a:r>
              <a:rPr lang="en-US" sz="13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兩份 bugreport 殺進程順序幾乎一致，證明這是可重現的系統行為。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證據：BugReport #1 (2026-02-09) 殺進程順序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bugreport-T70-...-02-09-15-45-18.txt  |  行 14972 ~ 15034  |  全部在 15:44:47 同一秒內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74552" cy="5029200"/>
          </a:xfrm>
          <a:prstGeom prst="roundRect">
            <a:avLst>
              <a:gd name="adj" fmla="val 1818"/>
            </a:avLst>
          </a:prstGeom>
          <a:solidFill>
            <a:srgbClr val="13151D"/>
          </a:solidFill>
          <a:ln w="12700">
            <a:solidFill>
              <a:srgbClr val="2A2D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344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371600" y="1234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關鍵字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0" y="12344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被殺進程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0" y="1234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09360" y="12344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意義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5087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14561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71600" y="1508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lmkd.reinit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743200" y="1508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303520" y="1508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0936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LMKD 被重新初始化 — 記憶體壓力已失控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185623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14972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71600" y="18562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18562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com.google.android.gms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303520" y="18562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BTOP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09360" y="185623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Play Services — 可見背景服務，先被殺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220370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14977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371600" y="22037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0" y="22037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com.google.android.as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22037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09360" y="220370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智慧服務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25511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14987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71600" y="25511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43200" y="25511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android.ext.services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25511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09360" y="25511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通知助手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1520" y="289864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14997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371600" y="28986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2898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googlequicksearchbox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03520" y="28986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309360" y="289864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語音互動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" y="32461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371600" y="3246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0" y="3246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com.android.launcher3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303520" y="3246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309360" y="32461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 Launcher — 連桌面都殺了 = 很嚴重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5935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15016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371600" y="3593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743200" y="35935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com.android.smspush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03520" y="3593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IMPF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09360" y="35935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簡訊推播 — 重要前景服務也被殺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" y="3913632"/>
            <a:ext cx="10972800" cy="329184"/>
          </a:xfrm>
          <a:prstGeom prst="roundRect">
            <a:avLst>
              <a:gd name="adj" fmla="val 8333"/>
            </a:avLst>
          </a:prstGeom>
          <a:solidFill>
            <a:srgbClr val="351515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" y="394106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15032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71600" y="39410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743200" y="39410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303520" y="39410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 TOP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309360" y="394106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Files by Google — 最後才殺 (adj=0)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" y="4261104"/>
            <a:ext cx="10972800" cy="329184"/>
          </a:xfrm>
          <a:prstGeom prst="roundRect">
            <a:avLst>
              <a:gd name="adj" fmla="val 8333"/>
            </a:avLst>
          </a:prstGeom>
          <a:solidFill>
            <a:srgbClr val="351515"/>
          </a:solidFill>
          <a:ln/>
        </p:spPr>
      </p:sp>
      <p:sp>
        <p:nvSpPr>
          <p:cNvPr id="52" name="Text 50"/>
          <p:cNvSpPr/>
          <p:nvPr/>
        </p:nvSpPr>
        <p:spPr>
          <a:xfrm>
            <a:off x="731520" y="428853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15034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371600" y="42885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 died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743200" y="428853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303520" y="42885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 TOP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309360" y="42885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ActivityManager 確認前景 App 死亡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31520" y="463600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15035-37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371600" y="46360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DEATH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743200" y="46360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303520" y="46360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309360" y="463600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個視窗被清理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31520" y="49834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15038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1371600" y="4983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Force remove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2743200" y="4983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HomeActivity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303520" y="4983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STOPPED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6309360" y="4983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強制移除首頁 Activity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31520" y="5330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15040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371600" y="5330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Force remove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2743200" y="533095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AdvancedBrowsingActivity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5303520" y="5330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6309360" y="53309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強制移除正在顯示的複製畫面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94360" y="5650992"/>
            <a:ext cx="10972800" cy="329184"/>
          </a:xfrm>
          <a:prstGeom prst="roundRect">
            <a:avLst>
              <a:gd name="adj" fmla="val 8333"/>
            </a:avLst>
          </a:prstGeom>
          <a:solidFill>
            <a:srgbClr val="351515"/>
          </a:solidFill>
          <a:ln/>
        </p:spPr>
      </p:sp>
      <p:sp>
        <p:nvSpPr>
          <p:cNvPr id="73" name="Text 71"/>
          <p:cNvSpPr/>
          <p:nvPr/>
        </p:nvSpPr>
        <p:spPr>
          <a:xfrm>
            <a:off x="731520" y="567842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153406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1371600" y="56784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reason=3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2743200" y="56784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303520" y="56784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imp=100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6309360" y="567842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死因：LOW_MEMORY（前景 App）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 證據：BugReport #2 (2026-02-11) 殺進程順序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bugreport-T70-...-02-11-13-01-30.txt  |  行 16293 ~ 16385  |  全部在 13:01:01 同一秒內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74552" cy="5029200"/>
          </a:xfrm>
          <a:prstGeom prst="roundRect">
            <a:avLst>
              <a:gd name="adj" fmla="val 1818"/>
            </a:avLst>
          </a:prstGeom>
          <a:solidFill>
            <a:srgbClr val="13151D"/>
          </a:solidFill>
          <a:ln w="12700">
            <a:solidFill>
              <a:srgbClr val="2A2D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3444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371600" y="1234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關鍵字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0" y="12344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被殺進程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0" y="1234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09360" y="12344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意義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15087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15714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71600" y="1508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lmkd.reinit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743200" y="15087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303520" y="15087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30936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LMKD 被重新初始化 — 與 BR#1 一致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185623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16293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71600" y="18562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18562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com.google.android.gms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303520" y="18562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BTOP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09360" y="185623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Play Services — 與 BR#1 相同，先被殺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220370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16299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371600" y="22037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0" y="22037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com.google.android.as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22037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309360" y="220370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智慧服務 — 與 BR#1 相同順序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31520" y="255117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16312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371600" y="255117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43200" y="25511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android.ext.services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255117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09360" y="25511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通知助手 — 與 BR#1 相同順序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1520" y="289864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16322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371600" y="28986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743200" y="2898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com.android.launcher3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03520" y="28986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309360" y="289864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 Launcher — 連桌面都殺了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31520" y="32461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16335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371600" y="3246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0" y="3246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googlequicksearchbox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303520" y="3246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BFGS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309360" y="32461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語音互動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5935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16369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371600" y="359359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 died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743200" y="35935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com.android.smspush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303520" y="3593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 IMPF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09360" y="359359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簡訊推播 — 重要前景服務也被殺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" y="3913632"/>
            <a:ext cx="10972800" cy="329184"/>
          </a:xfrm>
          <a:prstGeom prst="roundRect">
            <a:avLst>
              <a:gd name="adj" fmla="val 8333"/>
            </a:avLst>
          </a:prstGeom>
          <a:solidFill>
            <a:srgbClr val="351515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" y="3941064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16372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371600" y="39410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oom_reaper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743200" y="39410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303520" y="39410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 TOP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309360" y="3941064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Files by Google — 最後才殺，與 BR#1 完全一致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" y="4261104"/>
            <a:ext cx="10972800" cy="329184"/>
          </a:xfrm>
          <a:prstGeom prst="roundRect">
            <a:avLst>
              <a:gd name="adj" fmla="val 8333"/>
            </a:avLst>
          </a:prstGeom>
          <a:solidFill>
            <a:srgbClr val="351515"/>
          </a:solidFill>
          <a:ln/>
        </p:spPr>
      </p:sp>
      <p:sp>
        <p:nvSpPr>
          <p:cNvPr id="52" name="Text 50"/>
          <p:cNvSpPr/>
          <p:nvPr/>
        </p:nvSpPr>
        <p:spPr>
          <a:xfrm>
            <a:off x="731520" y="4288536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16385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371600" y="428853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 died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743200" y="428853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303520" y="42885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fg TOP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309360" y="42885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ActivityManager 確認前景 App 死亡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31520" y="4636008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16386-87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1371600" y="463600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 DEATH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743200" y="46360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303520" y="46360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309360" y="4636008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個視窗被清理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31520" y="49834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16389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1371600" y="4983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Force remove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2743200" y="49834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AdvancedBrowsingActivity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303520" y="4983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6309360" y="49834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強制移除正在顯示的複製畫面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94360" y="5303520"/>
            <a:ext cx="10972800" cy="329184"/>
          </a:xfrm>
          <a:prstGeom prst="roundRect">
            <a:avLst>
              <a:gd name="adj" fmla="val 8333"/>
            </a:avLst>
          </a:prstGeom>
          <a:solidFill>
            <a:srgbClr val="351515"/>
          </a:solidFill>
          <a:ln/>
        </p:spPr>
      </p:sp>
      <p:sp>
        <p:nvSpPr>
          <p:cNvPr id="68" name="Text 66"/>
          <p:cNvSpPr/>
          <p:nvPr/>
        </p:nvSpPr>
        <p:spPr>
          <a:xfrm>
            <a:off x="731520" y="533095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154444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371600" y="5330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reason=3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743200" y="533095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apps.nbu.files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5303520" y="5330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5F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imp=100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309360" y="53309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死因：LOW_MEMORY（前景 App）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OOM 優先級驗證：adj=0 符合預期設計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394960" cy="3200400"/>
          </a:xfrm>
          <a:prstGeom prst="roundRect">
            <a:avLst>
              <a:gd name="adj" fmla="val 2857"/>
            </a:avLst>
          </a:prstGeom>
          <a:solidFill>
            <a:srgbClr val="13151D"/>
          </a:solidFill>
          <a:ln w="12700">
            <a:solidFill>
              <a:srgbClr val="8B8F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8FA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在背景時（未開啟）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-A | grep nbu
</a:t>
            </a:r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u0_a58  5497  914  14906116  32252  S com.google.android.apps.nbu.files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/proc/5497/oom_adj
</a:t>
            </a:r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
</a:t>
            </a:r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1275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/proc/5497/oom_score_adj
</a:t>
            </a:r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126480" y="914400"/>
            <a:ext cx="5605272" cy="3200400"/>
          </a:xfrm>
          <a:prstGeom prst="roundRect">
            <a:avLst>
              <a:gd name="adj" fmla="val 2857"/>
            </a:avLst>
          </a:prstGeom>
          <a:solidFill>
            <a:srgbClr val="13151D"/>
          </a:solidFill>
          <a:ln w="25400">
            <a:solidFill>
              <a:srgbClr val="44DD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960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在前景時（使用者開啟）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137160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-A | grep nbu
</a:t>
            </a:r>
            <a:pPr indent="0" marL="0">
              <a:buNone/>
            </a:pPr>
            <a:r>
              <a:rPr lang="en-US" sz="1000" dirty="0">
                <a:solidFill>
                  <a:srgbClr val="E0E0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u0_a58  5497  914  15914472  401132  S com.google.android.apps.nbu.files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/proc/5497/oom_adj
</a:t>
            </a:r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
</a:t>
            </a:r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691
</a:t>
            </a:r>
            <a:pPr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/proc/5497/oom_score_adj
</a:t>
            </a:r>
            <a:pPr indent="0" marL="0">
              <a:buNone/>
            </a:pPr>
            <a:r>
              <a:rPr lang="en-US" sz="1400" b="1" dirty="0">
                <a:solidFill>
                  <a:srgbClr val="44DD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297680"/>
            <a:ext cx="11274552" cy="22860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12700">
            <a:solidFill>
              <a:srgbClr val="2A2D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8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oom_score_adj 優先級對照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800600"/>
          <a:ext cx="10515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1097280"/>
                <a:gridCol w="914400"/>
                <a:gridCol w="22860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oom_score_adj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oom_score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RSS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被殺優先級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8FA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意義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2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背景 (未開啟)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AA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1275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 MB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5F6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最容易被殺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CACHED_APP 等級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前景 (使用中)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4DD8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691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 MB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4DD8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最後才被殺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FOREGROUND_APP 等級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Crash 時 (bugreport)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5F6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 (fg TOP)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-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5F6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仍被殺 = 記憶體真的不夠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0E0E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符合 OOM Killer 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 Log 證據總整理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3151D"/>
          </a:solidFill>
          <a:ln w="25400">
            <a:solidFill>
              <a:srgbClr val="FF5F6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601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F6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 1  Kill 原因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0" y="960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BR#1 行153406 / BR#2 行154444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process=com.google.android.apps.nbu.files reason=3 (LOW_MEMORY) importance=100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reason=3 = 系統記憶體不足（非 App crash）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|  importance=100 = 前景 App，使用者正在使用中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3151D"/>
          </a:solidFill>
          <a:ln w="25400">
            <a:solidFill>
              <a:srgbClr val="FFA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23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A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 2  Kernel 記憶體回收全力運行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0" y="2423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BR#1 行5654 / BR#2 行5729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14% kswapd0:1: 0% user + 14% kernel  |  13% kswapd-1:0: 0% user + 13% kernel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kswapd = Kernel 記憶體回收守護進程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|  合計 27% CPU = 全力回收仍不夠，記憶體壓力極大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3151D"/>
          </a:solidFill>
          <a:ln w="25400">
            <a:solidFill>
              <a:srgbClr val="B4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8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 3  大規模進程回收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0" y="38862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全文搜尋 oom_reaper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BR#1: 242 次 oom_reaper, 71 進程同秒被殺  |  BR#2: 254 次 oom_reaper, 64 進程同秒被殺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5720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正常時 oom_reaper 應趨近 0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|  240+ 次 = 系統記憶體瀕臨崩潰</a:t>
            </a:r>
            <a:pPr indent="0" marL="0">
              <a:buNone/>
            </a:pPr>
            <a:r>
              <a:rPr lang="en-US" sz="1200" dirty="0">
                <a:solidFill>
                  <a:srgbClr val="44DD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|  兩份數據一致 = 可重現行為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303520"/>
            <a:ext cx="11274552" cy="1280160"/>
          </a:xfrm>
          <a:prstGeom prst="roundRect">
            <a:avLst>
              <a:gd name="adj" fmla="val 7143"/>
            </a:avLst>
          </a:prstGeom>
          <a:solidFill>
            <a:srgbClr val="152515"/>
          </a:solidFill>
          <a:ln w="25400">
            <a:solidFill>
              <a:srgbClr val="44DD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DD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結論：建議不調整
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Files by Google 被殺時 oom_score_adj=0 (前景最高優先級)，Kernel 已經先殺完所有低優先級進程。
</a:t>
            </a:r>
            <a:pPr indent="0" marL="0">
              <a:buNone/>
            </a:pPr>
            <a:r>
              <a:rPr lang="en-US" sz="1200" dirty="0">
                <a:solidFill>
                  <a:srgbClr val="E0E0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這符合 Linux OOM Killer 的設計 — 在記憶體極度不足時，即使前景 App 也會被殺。這是預期行為。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Files by Google Crash RCA</dc:title>
  <dc:subject>PptxGenJS Presentation</dc:subject>
  <dc:creator>RCA Analysis</dc:creator>
  <cp:lastModifiedBy>RCA Analysis</cp:lastModifiedBy>
  <cp:revision>1</cp:revision>
  <dcterms:created xsi:type="dcterms:W3CDTF">2026-03-20T03:04:42Z</dcterms:created>
  <dcterms:modified xsi:type="dcterms:W3CDTF">2026-03-20T03:04:42Z</dcterms:modified>
</cp:coreProperties>
</file>