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1450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Files by Google Crash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260604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C8C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Root Cause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USB 大量檔案複製時 Files by Google 被 OOM Killer 強制終止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466344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裝置: Thorpe DVT3 (T70)  |  RAM: 7.1GB + 4GB ZRAM
</a:t>
            </a:r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Build: AQ3A.250408.001  |  BugReport: 2026-02-09 / 2026-02-11
</a:t>
            </a:r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分析日期: 2026-03-19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1371600"/>
          </a:xfrm>
          <a:prstGeom prst="roundRect">
            <a:avLst>
              <a:gd name="adj" fmla="val 6667"/>
            </a:avLst>
          </a:prstGeom>
          <a:solidFill>
            <a:srgbClr val="152515"/>
          </a:solidFill>
          <a:ln w="25400">
            <a:solidFill>
              <a:srgbClr val="44DD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6012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DD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 Android 系統在記憶體不足時的預期行為 (Expected Behavior)，建議不調整
</a:t>
            </a:r>
            <a:pPr indent="0" marL="0">
              <a:buNone/>
            </a:pPr>
            <a:r>
              <a:rPr lang="en-US" sz="14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Files by Google 不是 App Crash。是系統記憶體不足，Kernel OOM Killer 殺完所有低優先級進程後，不得已才殺掉前景 App。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8C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發生了什麼事？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 w="25400">
            <a:solidFill>
              <a:srgbClr val="FFA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00400"/>
            <a:ext cx="411480" cy="411480"/>
          </a:xfrm>
          <a:prstGeom prst="ellipse">
            <a:avLst/>
          </a:prstGeom>
          <a:solidFill>
            <a:srgbClr val="FFAA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記憶體不足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 24.7GB 檔案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消耗大量記憶體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reason=3 (LOW_MEMORY)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3840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389120" y="31089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 w="25400">
            <a:solidFill>
              <a:srgbClr val="FFD6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3200400"/>
            <a:ext cx="411480" cy="411480"/>
          </a:xfrm>
          <a:prstGeom prst="ellipse">
            <a:avLst/>
          </a:prstGeom>
          <a:solidFill>
            <a:srgbClr val="FFD644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83480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6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Kernel 開始殺進程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7490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按優先級從低到高殺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背景→服務→Launcher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同一秒殺了 64~71 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38404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321040" y="31089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 w="25400">
            <a:solidFill>
              <a:srgbClr val="FF5F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3200400"/>
            <a:ext cx="411480" cy="411480"/>
          </a:xfrm>
          <a:prstGeom prst="ellipse">
            <a:avLst/>
          </a:prstGeom>
          <a:solidFill>
            <a:srgbClr val="FF5F6D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15400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最後才殺 Files by Google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0" y="37490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前景 App 是最後手段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fg TOP (adj=0)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 OOM Killer 設計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66928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 w="12700">
            <a:solidFill>
              <a:srgbClr val="6C8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715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8C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為什麼是預期行為？ </a:t>
            </a:r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OOM Killer 完全按照 oom_score_adj 優先級順序殺進程。Files by Google (adj=0) 是前景 App，所以留到最後。</a:t>
            </a:r>
            <a:pPr indent="0" marL="0">
              <a:buNone/>
            </a:pPr>
            <a:r>
              <a:rPr lang="en-US" sz="13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兩份 bugreport 殺進程順序幾乎一致，證明這是可重現的系統行為。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 證據：BugReport #1 (2026-02-09) 殺進程順序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bugreport-T70-...-02-09-15-45-18.txt  |  行 14972 ~ 15034  |  全部在 15:44:47 同一秒內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5029200"/>
          </a:xfrm>
          <a:prstGeom prst="roundRect">
            <a:avLst>
              <a:gd name="adj" fmla="val 1818"/>
            </a:avLst>
          </a:prstGeom>
          <a:solidFill>
            <a:srgbClr val="13151D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234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被殺進程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15:44:47.503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6459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14972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com.google.android.gms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645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BTOP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Play Services — 可見的背景服務，先被殺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212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15:44:47.549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2128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14977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22128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com.google.android.as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22128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2128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智慧服務 — 背景前景服務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27797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15:44:47.629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277977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14987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7797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android.ext.services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277977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77977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通知助手 — 背景服務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3467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15:44:47.685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334670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14997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33467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googlequicksearchbox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334670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3467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語音互動 — 背景服務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39136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15:44:47.714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03120" y="39136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0" y="39136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com.android.launcher3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39136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BFGS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39136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桌面 Launcher — 連桌面都殺了，代表已經很嚴重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4480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15:44:47.809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03120" y="4480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15016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com.android.smspush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4480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IMPF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簡訊推播 — 重要的前景服務也被殺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" y="5001768"/>
            <a:ext cx="10972800" cy="502920"/>
          </a:xfrm>
          <a:prstGeom prst="roundRect">
            <a:avLst>
              <a:gd name="adj" fmla="val 9091"/>
            </a:avLst>
          </a:prstGeom>
          <a:solidFill>
            <a:srgbClr val="351515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50474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15:44:47.863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103120" y="5047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15032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43200" y="5047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com.google.android.apps.nbu.files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0" y="504748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 TOP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50474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Files by Google — 最後才殺，因為 adj=0 優先級最高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" y="5760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行 15034: </a:t>
            </a:r>
            <a:pPr indent="0" marL="0">
              <a:buNone/>
            </a:pPr>
            <a:r>
              <a:rPr lang="en-US" sz="1000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ActivityManager: Process com.google.android.apps.nbu.files (pid 4796) has died: fg  TOP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 證據：BugReport #2 (2026-02-11) 殺進程順序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bugreport-T70-...-02-11-13-01-30.txt  |  行 16293 ~ 16385  |  全部在 13:01:01 同一秒內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74552" cy="5029200"/>
          </a:xfrm>
          <a:prstGeom prst="roundRect">
            <a:avLst>
              <a:gd name="adj" fmla="val 1818"/>
            </a:avLst>
          </a:prstGeom>
          <a:solidFill>
            <a:srgbClr val="13151D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234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被殺進程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13:01:01.308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6459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16293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com.google.android.gms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645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BTOP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Play Services — 與 BR#1 相同，最先被殺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212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13:01:01.356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2128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16299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22128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com.google.android.as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0" y="221284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2128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智慧服務 — 與 BR#1 相同順序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27797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13:01:01.394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277977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16312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7797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android.ext.services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277977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BFGS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77977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通知助手 — 與 BR#1 相同順序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3467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13:01:01.481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334670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16322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33467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com.android.launcher3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0" y="334670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3467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桌面 Launcher — 連桌面都殺了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39136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13:01:01.544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03120" y="39136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16335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0" y="39136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googlequicksearchbox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0" y="391363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BFGS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39136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Google 語音互動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4480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13:01:01.601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03120" y="4480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16369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com.android.smspush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0" y="4480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IMPF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簡訊推播 — 重要前景服務也被殺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" y="5001768"/>
            <a:ext cx="10972800" cy="502920"/>
          </a:xfrm>
          <a:prstGeom prst="roundRect">
            <a:avLst>
              <a:gd name="adj" fmla="val 9091"/>
            </a:avLst>
          </a:prstGeom>
          <a:solidFill>
            <a:srgbClr val="351515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50474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13:01:01.653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103120" y="5047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16372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43200" y="5047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com.google.android.apps.nbu.files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0" y="504748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 TOP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50474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Files by Google — 最後才殺，與 BR#1 完全一致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" y="5760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行 16385: </a:t>
            </a:r>
            <a:pPr indent="0" marL="0">
              <a:buNone/>
            </a:pPr>
            <a:r>
              <a:rPr lang="en-US" sz="1000" dirty="0">
                <a:solidFill>
                  <a:srgbClr val="FF5F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ActivityManager: Process com.google.android.apps.nbu.files (pid 5170) has died: fg  TOP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OOM 優先級驗證：adj=0 符合預期設計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13151D"/>
          </a:solidFill>
          <a:ln w="12700">
            <a:solidFill>
              <a:srgbClr val="8B8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8FA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在背景時（未開啟）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-A | grep nbu
</a:t>
            </a:r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u0_a58  5497  914  14906116  32252  S com.google.android.apps.nbu.files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/proc/5497/oom_adj
</a:t>
            </a:r>
            <a:pPr indent="0" marL="0">
              <a:buNone/>
            </a:pPr>
            <a:r>
              <a:rPr lang="en-US" sz="1400" b="1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/proc/5497/oom_score
</a:t>
            </a:r>
            <a:pPr indent="0" marL="0">
              <a:buNone/>
            </a:pPr>
            <a:r>
              <a:rPr lang="en-US" sz="1400" b="1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1275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/proc/5497/oom_score_adj
</a:t>
            </a:r>
            <a:pPr indent="0" marL="0">
              <a:buNone/>
            </a:pPr>
            <a:r>
              <a:rPr lang="en-US" sz="1400" b="1" dirty="0">
                <a:solidFill>
                  <a:srgbClr val="FFA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26480" y="914400"/>
            <a:ext cx="5605272" cy="3200400"/>
          </a:xfrm>
          <a:prstGeom prst="roundRect">
            <a:avLst>
              <a:gd name="adj" fmla="val 2857"/>
            </a:avLst>
          </a:prstGeom>
          <a:solidFill>
            <a:srgbClr val="13151D"/>
          </a:solidFill>
          <a:ln w="25400">
            <a:solidFill>
              <a:srgbClr val="44DD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960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DD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在前景時（使用者開啟）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ps -A | grep nbu
</a:t>
            </a:r>
            <a:pPr indent="0" marL="0">
              <a:buNone/>
            </a:pPr>
            <a:r>
              <a:rPr lang="en-US" sz="1000" dirty="0">
                <a:solidFill>
                  <a:srgbClr val="E0E0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u0_a58  5497  914  15914472  401132  S com.google.android.apps.nbu.files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/proc/5497/oom_adj
</a:t>
            </a:r>
            <a:pPr indent="0" marL="0">
              <a:buNone/>
            </a:pPr>
            <a:r>
              <a:rPr lang="en-US" sz="1400" b="1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/proc/5497/oom_score
</a:t>
            </a:r>
            <a:pPr indent="0" marL="0">
              <a:buNone/>
            </a:pPr>
            <a:r>
              <a:rPr lang="en-US" sz="1400" b="1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691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/proc/5497/oom_score_adj
</a:t>
            </a:r>
            <a:pPr indent="0" marL="0">
              <a:buNone/>
            </a:pPr>
            <a:r>
              <a:rPr lang="en-US" sz="1400" b="1" dirty="0">
                <a:solidFill>
                  <a:srgbClr val="44DD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11274552" cy="2286000"/>
          </a:xfrm>
          <a:prstGeom prst="roundRect">
            <a:avLst>
              <a:gd name="adj" fmla="val 4000"/>
            </a:avLst>
          </a:prstGeom>
          <a:solidFill>
            <a:srgbClr val="1A1D27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8C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oom_score_adj 優先級對照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800600"/>
          <a:ext cx="10515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097280"/>
                <a:gridCol w="914400"/>
                <a:gridCol w="228600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oom_score_adj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oom_score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RSS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被殺優先級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意義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2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背景 (未開啟)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A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905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1275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32 MB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5F6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最容易被殺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CACHED_APP 等級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E0E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前景 (使用中)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4DD8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691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401 MB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4DD8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最後才被殺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FOREGROUND_APP 等級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E0E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Crash 時 (bugreport)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5F6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 (fg TOP)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5F6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仍被殺 = 記憶體真的不夠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E0E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符合 OOM Killer 設計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 Log 證據總整理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13151D"/>
          </a:solidFill>
          <a:ln w="25400">
            <a:solidFill>
              <a:srgbClr val="FF5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F6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 1  Kill 原因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BR#1 行153406 / BR#2 行154444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process=com.google.android.apps.nbu.files reason=3 (LOW_MEMORY) importance=100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reason=3 = 系統記憶體不足（非 App crash）</a:t>
            </a:r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|  importance=100 = 前景 App，使用者正在使用中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13151D"/>
          </a:solidFill>
          <a:ln w="25400">
            <a:solidFill>
              <a:srgbClr val="FFA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 2  Kernel 記憶體回收全力運行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BR#1 行5654 / BR#2 行5729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14% kswapd0:1: 0% user + 14% kernel  |  13% kswapd-1:0: 0% user + 13% kernel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kswapd = Kernel 記憶體回收守護進程</a:t>
            </a:r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|  合計 27% CPU = 全力回收仍不夠，記憶體壓力極大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13151D"/>
          </a:solidFill>
          <a:ln w="25400">
            <a:solidFill>
              <a:srgbClr val="B4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8C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 3  大規模進程回收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0" y="3886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全文搜尋 oom_reaper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6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BR#1: 242 次 oom_reaper, 71 進程同秒被殺  |  BR#2: 254 次 oom_reaper, 64 進程同秒被殺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正常時 oom_reaper 應趨近 0</a:t>
            </a:r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|  240+ 次 = 系統記憶體瀕臨崩潰</a:t>
            </a:r>
            <a:pPr indent="0" marL="0">
              <a:buNone/>
            </a:pPr>
            <a:r>
              <a:rPr lang="en-US" sz="1200" dirty="0">
                <a:solidFill>
                  <a:srgbClr val="44DD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|  兩份數據一致 = 可重現行為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30352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152515"/>
          </a:solidFill>
          <a:ln w="25400">
            <a:solidFill>
              <a:srgbClr val="44DD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4924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DD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結論：建議不調整
</a:t>
            </a:r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Files by Google 被殺時 oom_score_adj=0 (前景最高優先級)，Kernel 已經先殺完所有低優先級進程。
</a:t>
            </a:r>
            <a:pPr indent="0" marL="0">
              <a:buNone/>
            </a:pPr>
            <a:r>
              <a:rPr lang="en-US" sz="1200" dirty="0">
                <a:solidFill>
                  <a:srgbClr val="E0E0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這符合 Linux OOM Killer 的設計 — 在記憶體極度不足時，即使前景 App 也會被殺。這是預期行為。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Files by Google Crash RCA</dc:title>
  <dc:subject>PptxGenJS Presentation</dc:subject>
  <dc:creator>RCA Analysis</dc:creator>
  <cp:lastModifiedBy>RCA Analysis</cp:lastModifiedBy>
  <cp:revision>1</cp:revision>
  <dcterms:created xsi:type="dcterms:W3CDTF">2026-03-20T02:31:37Z</dcterms:created>
  <dcterms:modified xsi:type="dcterms:W3CDTF">2026-03-20T02:31:37Z</dcterms:modified>
</cp:coreProperties>
</file>